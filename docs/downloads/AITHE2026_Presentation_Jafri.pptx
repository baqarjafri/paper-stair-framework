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1: A Five-Level Framework for Evaluating LMS Readiness for Agentic AI Teaching Agents. Title slide" title="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2: Picture a second-year. Call him Tom. Hook: meet Tom" title="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3: A colleague that acts. Not a chatbot you open. What an AI teaching agent is" title="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4: Two questions. The two research questions" title="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5: STAIR: five levels. The STAIR framework, five levels" title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6: Three literatures converge on the same five levels. How the five levels were derived" title="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7: L1-L2: perceive and remember. Levels 1 and 2, the data floor" title="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8: L3-L5: reason, coordinate, reach. Levels 3 to 5, the agent layer" title="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9: Two artefacts, one open platform. Research design" title="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10: 28 checks, scored against evidence. The scoring instrument" title="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11: We scored Moodle. Moodle scores 55 and 53, and the audience guess" title="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12: Readiness doesn't decay. It collapses. The cliff result slide" title="Slid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13: Two rooms. No door between them. The mechanism slide: two sealed rooms" title="Slid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14: Why 25, in the numbers. The 28 dimensions scored, and why L3 is 25" title="Slid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15: This stops being a Moodle problem. Below the cliff and beyond Moodle" title="Slid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16: One doorway. The bridge: one doorway" title="Slid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17: Three questions for your LMS. The audit checklist slide" title="Slid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18: The bounds, stated plainly. What this does and does not claim" title="Slid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19: Why it couldn't help him. Why it could not help him, the loop closes" title="Slid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20: We don't need smarter AI. We need LMSs ready to host it. Takeaway and contact" title="Slid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STAIR: A Five-Level Framework for Evaluating LMS Readiness for Agentic AI Teaching Agents</dc:title>
  <dc:subject/>
  <dc:creator>Baqar Jafri</dc:creator>
  <cp:keywords/>
  <dc:description>AITHE 2026 Symposium, Swansea University. Each slide is a full-bleed image with alt text.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